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CASE STUDY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Monetization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monetization problem hits, can a small publisher tell what happened and what to do next?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on Media.net  |  Independent student project, public sources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and the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237744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friction do small publishers face when they try to understand and resolve ad-monetization problems?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237744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reviews and forum posts instead of interviews, a teardown of the publisher journey, and a comparison with AdSense documentation.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60320" cy="237744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assume why publishers leave. Let the evidence decide.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→  Hypothesis  →  Product direction  →  Validation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small and mostly old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74520" cy="155448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reports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874520" cy="155448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06040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103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2017 to 2020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874520" cy="155448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03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2022 to 2023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188720"/>
            <a:ext cx="1874520" cy="155448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1280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103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2024 to 2026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G2, Trustpilot, SwiftSalary, BlackHatWorld. Eight more items are excluded until verified.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only. Not representative of all publishers.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G2 reviews were invited with an incentive.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are mixed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publishers reported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 reported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helpful account managers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Unanswered appeal; hard to reach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understand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or outdated (mostly 2017 to 2018)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and easy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approval for each website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on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Alleged unpaid earnings (2020, 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291840"/>
            <a:ext cx="8046720" cy="128016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severe cases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suspension with no reason given (G2, 2020), reported non-payment (BlackHatWorld, 2020) and unpaid earnings (Trustpilot, 2022). Each publisher also described trouble getting a satisfactory response.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hypothesis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small publishers meet a monetization-related problem, they may lack a clear path to understand the situation, get appropriate help, track resolution and know what happens next.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931920" cy="160020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test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the problem itself (a lost payment, a suspension) matters more than how it was communicated. The research will test this.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2697480"/>
            <a:ext cx="3931920" cy="160020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AdSense comparison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154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AdSense documents payment-hold alerts and a Policy center with statuses, so these tools are feasible. It does not show Media.net publishers struggle more.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to test, not a proven problem.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direction: an issue-resolution layer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status states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under review, waiting for publisher, waiting for platform, resolved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vs. unknown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facts kept apart from what is still under review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 of the next step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Publisher, platform team or outside party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help path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route with available context filled 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54880" y="1188720"/>
            <a:ext cx="3840480" cy="310896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377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payment under review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not yet released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or send requested info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review team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 progress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only. Not Media.net's workflow or data.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will be tested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conversations with small publishers about a recent real issue, then these rules: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48463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than 3 of 5 describe real difficulty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Reconsider the 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or more resolve it 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the emphasis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issue type dominates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that 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or more struggle to decide or 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to decision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or more see it as minor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prioritize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97280"/>
            <a:ext cx="2926080" cy="3474720"/>
          </a:xfrm>
          <a:prstGeom prst="rect">
            <a:avLst/>
          </a:prstGeom>
          <a:solidFill>
            <a:srgbClr val="EEF4F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5216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60020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7 Oct: verify 8 items, compare with AdSense, freeze evidence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recruit the 5 participants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Figma prototype, usability test (target about 4 of 5 complete core tasks), iterate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2026-10-01T11:44:08Z</dcterms:created>
  <dcterms:modified xsi:type="dcterms:W3CDTF">2026-10-01T11:44:08Z</dcterms:modified>
</cp:coreProperties>
</file>